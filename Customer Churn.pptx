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704ec82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704ec82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704ec826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704ec826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7704ec826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7704ec826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7704ec826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7704ec826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7704ec826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7704ec826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7704ec826_4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7704ec826_4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769d3918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769d3918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7704ec826_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7704ec826_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704ec826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7704ec826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7704ec826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7704ec826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704ec826_4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7704ec826_4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69d3918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769d3918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7704ec826_4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7704ec826_4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769d3918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769d3918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769d3918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769d3918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769d3918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769d3918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769d3918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769d3918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3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1" name="Google Shape;61;p13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" name="Google Shape;62;p13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3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6" name="Google Shape;66;p13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7" name="Google Shape;67;p13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3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ctrTitle"/>
          </p:nvPr>
        </p:nvSpPr>
        <p:spPr>
          <a:xfrm>
            <a:off x="3044700" y="1285130"/>
            <a:ext cx="3054600" cy="15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02124"/>
                </a:solidFill>
                <a:highlight>
                  <a:srgbClr val="FFFFFF"/>
                </a:highlight>
              </a:rPr>
              <a:t>Telco Customer Churn</a:t>
            </a:r>
            <a:endParaRPr/>
          </a:p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Eckman, Cole Compton, Melanie Vogt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Problem Statement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goal in this project is the creation of a model which predicts whether a customer will continue doing business with a certain company or not, according to the factors in the data like their demographics or monthly charge. We will then make note of what specific features contribute most to a customer's decision to leave, which may reveal avenues for improving the company's efficiency and reduces customer churn.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Dataset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IBM Telco Customer Churn Dataset (Kaggle)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~7,043 customers records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33 columns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Demographics (gender, senior citizen)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Account Information (contract type, tenure)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Billing (monthly charges, payment method)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Variable: Churn_Value renamed to /churn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churn rate 26.54%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MySQL + Workflow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Loaded Excel data into a MySQL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database: telco_churn_db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table: customer_churn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the data from MySQL into pandas for preprocessing and modeling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Data Preprocessing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225225"/>
            <a:ext cx="85206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Removed irrelevant and leakage features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CustomerID, Count Country, State, City, Zip_Code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Lat_Long, Latitude, Longitude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Churn_Label, Churn_Score, CLTV, Churn_Reason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Converted Total_Charges to numeric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Filed missing Total_Charges values with the median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One_hot encoded categorical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data: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80% training / 20% testing (stratified)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Feature Engineering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6 new features: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Avg_Monthly_Charge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Tenure_Group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Total_Services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Has_Services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Senior_With_Dependents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Paperless_Auto_Pay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375" y="0"/>
            <a:ext cx="7544931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693" y="0"/>
            <a:ext cx="67359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Exploratory Data Analysis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Churners tend to have a higher monthly charges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Churners tend to have a shorter tenure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Contract type appears strongly related to churn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Handling</a:t>
            </a: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 Class Imbalance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225225"/>
            <a:ext cx="8520600" cy="36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set before SMOTE: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5,634 rows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Churn: 1,495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Non_churn: 4,139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SMOTE: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7,450 rows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Churn rate increased to 44.44%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Models Used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Logistic Regression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Forest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Hyperparameter tuning with cross_validation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Metrics: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Accuracy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Precision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Recall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F1-score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Confusion Matrix</a:t>
            </a:r>
            <a:endParaRPr sz="1800"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2000" y="3053975"/>
            <a:ext cx="2324400" cy="106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/>
          <p:nvPr/>
        </p:nvSpPr>
        <p:spPr>
          <a:xfrm>
            <a:off x="4621125" y="3357563"/>
            <a:ext cx="462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remember: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Logistic</a:t>
            </a: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 Regression Results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Accuracy: 0.7651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Precision: 0.5396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Recall: 0.7834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F1 Score: 0.6390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parameters: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C=0.1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penalty=’l2’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solver=’liblinear’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CV F1: 0.7836</a:t>
            </a:r>
            <a:endParaRPr/>
          </a:p>
        </p:txBody>
      </p:sp>
      <p:pic>
        <p:nvPicPr>
          <p:cNvPr id="145" name="Google Shape;145;p2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105" y="989287"/>
            <a:ext cx="4263120" cy="3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275" y="0"/>
            <a:ext cx="6390423" cy="51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Random Forest Results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225225"/>
            <a:ext cx="8520600" cy="38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Accuracy</a:t>
            </a:r>
            <a:r>
              <a:rPr lang="en"/>
              <a:t>: 0.7509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Precision: 0.5197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Recall: 0.8102</a:t>
            </a:r>
            <a:endParaRPr b="1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F1 Score: 0.6332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Parameters: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n_estimators=200</a:t>
            </a:r>
            <a:endParaRPr sz="1800"/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min_samples_split=2</a:t>
            </a:r>
            <a:endParaRPr sz="1800"/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min_samples_leaf=2</a:t>
            </a:r>
            <a:endParaRPr sz="1800"/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max_features=’log2’</a:t>
            </a:r>
            <a:endParaRPr sz="1800"/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max_depth=None</a:t>
            </a:r>
            <a:endParaRPr sz="1800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Mean CV F1: 0.8148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20"/>
          </a:p>
        </p:txBody>
      </p:sp>
      <p:pic>
        <p:nvPicPr>
          <p:cNvPr id="157" name="Google Shape;157;p2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175" y="1225218"/>
            <a:ext cx="9143999" cy="3602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Model Comparison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Selected model: Random Forest, due to stronger recall and cross-validation F1</a:t>
            </a:r>
            <a:endParaRPr/>
          </a:p>
        </p:txBody>
      </p:sp>
      <p:pic>
        <p:nvPicPr>
          <p:cNvPr id="164" name="Google Shape;164;p28" title="Screenshot 2026-04-19 2045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5225"/>
            <a:ext cx="7774974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054"/>
            <a:ext cx="9143999" cy="453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Key Insights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Shorter tenure is associated with churn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monthly charges are associated with churn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Contract type is a major churn indicator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Service-related features also contribute to churn risk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Successfully built a churn prediction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MySQL, preprocessing, feature engineering, SMOTE, and model tuning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Compared Logistic Regression and Random Forest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Forest selected as best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Findings can support customer retention strategies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